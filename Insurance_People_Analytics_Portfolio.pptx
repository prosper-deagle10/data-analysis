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56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60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62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0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5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6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5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3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16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2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706197"/>
            <a:ext cx="6571343" cy="1049235"/>
          </a:xfrm>
        </p:spPr>
        <p:txBody>
          <a:bodyPr/>
          <a:lstStyle/>
          <a:p>
            <a:r>
              <a:rPr dirty="0"/>
              <a:t>Insurance Company </a:t>
            </a:r>
            <a:r>
              <a:rPr lang="en-US" dirty="0"/>
              <a:t>- </a:t>
            </a:r>
            <a:r>
              <a:rPr dirty="0"/>
              <a:t>People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Dashboard Portfolio Project</a:t>
            </a:r>
          </a:p>
          <a:p>
            <a:r>
              <a:rPr dirty="0"/>
              <a:t>Author: Prosper Ezekiel (</a:t>
            </a:r>
            <a:r>
              <a:rPr dirty="0" err="1"/>
              <a:t>D'Eagle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workforce composition, engagement, wellbeing, and absenteeism</a:t>
            </a:r>
          </a:p>
          <a:p>
            <a:r>
              <a:t>to support data-driven HR decision-making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employee demographics and engagement</a:t>
            </a:r>
          </a:p>
          <a:p>
            <a:r>
              <a:t>- Measure wellbeing and productivity indicators</a:t>
            </a:r>
          </a:p>
          <a:p>
            <a:r>
              <a:t>- Identify absenteeism patterns</a:t>
            </a:r>
          </a:p>
          <a:p>
            <a:r>
              <a:t>- Support strategic HR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Employee demographics and survey data</a:t>
            </a:r>
          </a:p>
          <a:p>
            <a:r>
              <a:t>- Engagement scores (0–10 scale)</a:t>
            </a:r>
          </a:p>
          <a:p>
            <a:r>
              <a:t>- Wellness app usage</a:t>
            </a:r>
          </a:p>
          <a:p>
            <a:r>
              <a:t>- Absence days</a:t>
            </a:r>
          </a:p>
          <a:p>
            <a:r>
              <a:t>- Divisions, roles, and contract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Workforce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Employees: 879</a:t>
            </a:r>
          </a:p>
          <a:p>
            <a:r>
              <a:t>- Gender Split: 56% Female, 44% Male</a:t>
            </a:r>
          </a:p>
          <a:p>
            <a:r>
              <a:t>- Avg Non-Work Content Time: 7.86%</a:t>
            </a:r>
          </a:p>
          <a:p>
            <a:r>
              <a:t>- Avg Wellness App Hours: 26.8</a:t>
            </a:r>
          </a:p>
          <a:p>
            <a:r>
              <a:t>- Avg Absent Days: 2.40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Engagement scores slightly below target benchmarks</a:t>
            </a:r>
          </a:p>
          <a:p>
            <a:r>
              <a:t>- Strong sense of purpose among employees</a:t>
            </a:r>
          </a:p>
          <a:p>
            <a:r>
              <a:t>- Managerial support and pay fairness require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Productivity &amp;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Younger employees show higher non-work content consumption</a:t>
            </a:r>
          </a:p>
          <a:p>
            <a:r>
              <a:t>- Non-work activity decreases with age</a:t>
            </a:r>
          </a:p>
          <a:p>
            <a:r>
              <a:t>- Admin roles show higher non-work usage than senior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&amp; Absenteeism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Highest wellness engagement among age group 30–39</a:t>
            </a:r>
          </a:p>
          <a:p>
            <a:r>
              <a:t>- Absence rates higher among younger employees</a:t>
            </a:r>
          </a:p>
          <a:p>
            <a:r>
              <a:t>- Senior roles show fewer absence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Power BI</a:t>
            </a:r>
          </a:p>
          <a:p>
            <a:r>
              <a:t>- Power Query</a:t>
            </a:r>
          </a:p>
          <a:p>
            <a:r>
              <a:t>- DAX Measures</a:t>
            </a:r>
          </a:p>
          <a:p>
            <a:r>
              <a:t>- Interactive slicers and visuals</a:t>
            </a:r>
          </a:p>
          <a:p>
            <a:r>
              <a:t>- People Analytics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actionable HR insights</a:t>
            </a:r>
          </a:p>
          <a:p>
            <a:r>
              <a:t>and demonstrates strong Power BI analytics and storytelling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</TotalTime>
  <Words>250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Insurance Company - People Analytics</vt:lpstr>
      <vt:lpstr>Project Overview</vt:lpstr>
      <vt:lpstr>Business Objectives</vt:lpstr>
      <vt:lpstr>Dataset Summary</vt:lpstr>
      <vt:lpstr>Key Workforce KPIs</vt:lpstr>
      <vt:lpstr>Employee Engagement Insights</vt:lpstr>
      <vt:lpstr>Productivity &amp; Behavior Analysis</vt:lpstr>
      <vt:lpstr>Wellbeing &amp; Absenteeism Analysis</vt:lpstr>
      <vt:lpstr>Tools &amp; Techniques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Prosper Ezekiel</dc:creator>
  <cp:keywords/>
  <dc:description>generated using python-pptx</dc:description>
  <cp:lastModifiedBy>Prosper Ezekiel</cp:lastModifiedBy>
  <cp:revision>4</cp:revision>
  <dcterms:created xsi:type="dcterms:W3CDTF">2013-01-27T09:14:16Z</dcterms:created>
  <dcterms:modified xsi:type="dcterms:W3CDTF">2026-02-21T18:19:34Z</dcterms:modified>
  <cp:category/>
</cp:coreProperties>
</file>