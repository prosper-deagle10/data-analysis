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8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6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94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0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38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9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4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80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5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64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2645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0552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91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87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7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7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Superstore Sales Analysis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comprehensive Excel-based sales analytics project</a:t>
            </a:r>
          </a:p>
          <a:p>
            <a:r>
              <a:t>Author: Prosper Ezekiel (D'Eagle)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superstore sales data to uncover trends in revenue, profit, customers, products, and regions.</a:t>
            </a:r>
          </a:p>
          <a:p>
            <a:endParaRPr/>
          </a:p>
          <a:p>
            <a:r>
              <a:t>The dashboard provides interactive insights to support data-driven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Track revenue and profit performance</a:t>
            </a:r>
          </a:p>
          <a:p>
            <a:r>
              <a:t>- Identify top customers and products</a:t>
            </a:r>
          </a:p>
          <a:p>
            <a:r>
              <a:t>- Analyze payment mode distribution</a:t>
            </a:r>
          </a:p>
          <a:p>
            <a:r>
              <a:t>- Evaluate geographic sales performance</a:t>
            </a:r>
          </a:p>
          <a:p>
            <a:r>
              <a:t>- Build an interactive Excel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 period: 2020–2025</a:t>
            </a:r>
          </a:p>
          <a:p>
            <a:r>
              <a:t>- Transaction-level sales data</a:t>
            </a:r>
          </a:p>
          <a:p>
            <a:r>
              <a:t>- Categories, sub-categories, customers, states, payment modes</a:t>
            </a:r>
          </a:p>
          <a:p>
            <a:r>
              <a:t>- Cleaned and structured for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Revenue: $6,182,639</a:t>
            </a:r>
          </a:p>
          <a:p>
            <a:r>
              <a:t>- Total Profit: $1,610,697</a:t>
            </a:r>
          </a:p>
          <a:p>
            <a:r>
              <a:t>- Total Units Sold: 12,745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Profit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Monthly revenue shows seasonal patterns</a:t>
            </a:r>
          </a:p>
          <a:p>
            <a:r>
              <a:t>- Strong peaks mid-year and year-end</a:t>
            </a:r>
          </a:p>
          <a:p>
            <a:r>
              <a:t>- Long-term trend indicates sustained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&amp; 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Top customers contribute significantly to sales</a:t>
            </a:r>
          </a:p>
          <a:p>
            <a:r>
              <a:t>- Sub-categories like Markers, Tables, and Sofas lead revenue</a:t>
            </a:r>
          </a:p>
          <a:p>
            <a:r>
              <a:t>- Opportunity for margin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Mode &amp; Geography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payments dominate transactions</a:t>
            </a:r>
          </a:p>
          <a:p>
            <a:r>
              <a:t>- Sales performance varies across states</a:t>
            </a:r>
          </a:p>
          <a:p>
            <a:r>
              <a:t>- Regional insights support targeted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Microsoft Excel</a:t>
            </a:r>
          </a:p>
          <a:p>
            <a:r>
              <a:t>- Pivot Tables &amp; Charts</a:t>
            </a:r>
          </a:p>
          <a:p>
            <a:r>
              <a:t>- Slicers &amp; KPI Cards</a:t>
            </a:r>
          </a:p>
          <a:p>
            <a:r>
              <a:t>- Trend and growth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demonstrates strong analytical and dashboard design skills.</a:t>
            </a:r>
          </a:p>
          <a:p>
            <a:r>
              <a:t>It highlights the ability to transform raw data into actionable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241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Superstore Sales Analysis Dashboard</vt:lpstr>
      <vt:lpstr>Project Overview</vt:lpstr>
      <vt:lpstr>Objectives</vt:lpstr>
      <vt:lpstr>Dataset Summary</vt:lpstr>
      <vt:lpstr>Key KPIs</vt:lpstr>
      <vt:lpstr>Revenue &amp; Profit Trends</vt:lpstr>
      <vt:lpstr>Customer &amp; Product Insights</vt:lpstr>
      <vt:lpstr>Payment Mode &amp; Geography</vt:lpstr>
      <vt:lpstr>Tools &amp; Techniques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Prosper Ezekiel</dc:creator>
  <cp:keywords/>
  <dc:description>generated using python-pptx</dc:description>
  <cp:lastModifiedBy>Prosper Ezekiel</cp:lastModifiedBy>
  <cp:revision>2</cp:revision>
  <dcterms:created xsi:type="dcterms:W3CDTF">2013-01-27T09:14:16Z</dcterms:created>
  <dcterms:modified xsi:type="dcterms:W3CDTF">2026-02-21T18:22:47Z</dcterms:modified>
  <cp:category/>
</cp:coreProperties>
</file>